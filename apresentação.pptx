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D77F3F-DBB1-4E9D-8302-F25FE7D4F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46" y="509209"/>
            <a:ext cx="10131425" cy="5742301"/>
          </a:xfrm>
        </p:spPr>
        <p:txBody>
          <a:bodyPr>
            <a:normAutofit fontScale="85000" lnSpcReduction="20000"/>
          </a:bodyPr>
          <a:lstStyle/>
          <a:p>
            <a:r>
              <a:rPr lang="pt-BR" sz="3600" dirty="0"/>
              <a:t>1. Tela de Login: Acesso Restrito e Seguro [RNF-003]</a:t>
            </a:r>
          </a:p>
          <a:p>
            <a:endParaRPr lang="pt-BR" sz="3600" dirty="0"/>
          </a:p>
          <a:p>
            <a:r>
              <a:rPr lang="pt-BR" sz="3600" dirty="0"/>
              <a:t>A primeira camada de proteção do sistema. Não é apenas uma entrada, mas o ponto onde o dispositivo se identifica para o servidor da prefeitura.</a:t>
            </a:r>
          </a:p>
          <a:p>
            <a:endParaRPr lang="pt-BR" sz="3600" dirty="0"/>
          </a:p>
          <a:p>
            <a:r>
              <a:rPr lang="pt-BR" sz="3600" dirty="0"/>
              <a:t>* **O que demonstra:** Segurança e conformidade com a LGPD.</a:t>
            </a:r>
          </a:p>
          <a:p>
            <a:endParaRPr lang="pt-BR" sz="3600" dirty="0"/>
          </a:p>
          <a:p>
            <a:r>
              <a:rPr lang="pt-BR" sz="3600" dirty="0"/>
              <a:t>* **Destaque:** Preparada para autenticação via **Token JWT**, garantindo que apenas monitores autorizados acessem dados dos alunos.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8208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A3A986-019F-47F8-9F02-12F868240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388" y="611847"/>
            <a:ext cx="10131425" cy="5546357"/>
          </a:xfrm>
        </p:spPr>
        <p:txBody>
          <a:bodyPr>
            <a:normAutofit fontScale="92500" lnSpcReduction="20000"/>
          </a:bodyPr>
          <a:lstStyle/>
          <a:p>
            <a:r>
              <a:rPr lang="pt-BR" sz="3200" dirty="0"/>
              <a:t>2. Dashboard: O Centro de Comando [RF-001]</a:t>
            </a:r>
          </a:p>
          <a:p>
            <a:endParaRPr lang="pt-BR" sz="3200" dirty="0"/>
          </a:p>
          <a:p>
            <a:r>
              <a:rPr lang="pt-BR" sz="3200" dirty="0"/>
              <a:t>Após o login, o monitor visualiza o status do veículo e as ferramentas de preparação para a rota.</a:t>
            </a:r>
          </a:p>
          <a:p>
            <a:endParaRPr lang="pt-BR" sz="3200" dirty="0"/>
          </a:p>
          <a:p>
            <a:r>
              <a:rPr lang="pt-BR" sz="3200" dirty="0"/>
              <a:t>* **O que demonstra:** O conceito **Offline </a:t>
            </a:r>
            <a:r>
              <a:rPr lang="pt-BR" sz="3200" dirty="0" err="1"/>
              <a:t>First</a:t>
            </a:r>
            <a:r>
              <a:rPr lang="pt-BR" sz="3200" dirty="0"/>
              <a:t>**. Ao clicar em "Sincronizar", o app baixa a lista de alunos e os vetores de face para o banco </a:t>
            </a:r>
            <a:r>
              <a:rPr lang="pt-BR" sz="3200" dirty="0" err="1"/>
              <a:t>SQLite</a:t>
            </a:r>
            <a:r>
              <a:rPr lang="pt-BR" sz="3200" dirty="0"/>
              <a:t> interno.</a:t>
            </a:r>
          </a:p>
          <a:p>
            <a:endParaRPr lang="pt-BR" sz="3200" dirty="0"/>
          </a:p>
          <a:p>
            <a:r>
              <a:rPr lang="pt-BR" sz="3200" dirty="0"/>
              <a:t>* **Destaque:** Interface de alto contraste nas cores do município (**Verde, Azul e Amarelo**) para facilitar a leitura em tablets sob luz solar.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2512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5FE7C9-0DF8-41CE-9CE6-5143A1AFE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382555"/>
            <a:ext cx="10131425" cy="576631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pt-BR" sz="4100" dirty="0"/>
          </a:p>
          <a:p>
            <a:pPr marL="0" indent="0">
              <a:buNone/>
            </a:pPr>
            <a:r>
              <a:rPr lang="pt-BR" sz="4100" dirty="0"/>
              <a:t>3. Validação Facial: Inteligência na Borda [RF-002 / RF-004]</a:t>
            </a:r>
          </a:p>
          <a:p>
            <a:endParaRPr lang="pt-BR" sz="4100" dirty="0"/>
          </a:p>
          <a:p>
            <a:r>
              <a:rPr lang="pt-BR" sz="4100" dirty="0"/>
              <a:t>A tela principal de operação. Utiliza a câmera para identificar o aluno automaticamente.</a:t>
            </a:r>
          </a:p>
          <a:p>
            <a:endParaRPr lang="pt-BR" sz="4100" dirty="0"/>
          </a:p>
          <a:p>
            <a:r>
              <a:rPr lang="pt-BR" sz="4100" dirty="0"/>
              <a:t>* **O que demonstra:** **Edge </a:t>
            </a:r>
            <a:r>
              <a:rPr lang="pt-BR" sz="4100" dirty="0" err="1"/>
              <a:t>Computing</a:t>
            </a:r>
            <a:r>
              <a:rPr lang="pt-BR" sz="4100" dirty="0"/>
              <a:t>**. O reconhecimento ocorre no dispositivo, sem precisar de internet na zona rural.</a:t>
            </a:r>
          </a:p>
          <a:p>
            <a:endParaRPr lang="pt-BR" sz="4100" dirty="0"/>
          </a:p>
          <a:p>
            <a:r>
              <a:rPr lang="pt-BR" sz="4100" dirty="0"/>
              <a:t>* **Destaque:** Ao confirmar o rosto, o sistema captura silenciosamente a **Latitude e Longitude (</a:t>
            </a:r>
            <a:r>
              <a:rPr lang="pt-BR" sz="4100" dirty="0" err="1"/>
              <a:t>Geotagging</a:t>
            </a:r>
            <a:r>
              <a:rPr lang="pt-BR" sz="4100" dirty="0"/>
              <a:t>)**, criando a prova de vida e de local exigida pelo FNDE/INEP para auditoria de repasses.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556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8435BA-E983-4ADE-B834-6289ACAC4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61257"/>
            <a:ext cx="10772191" cy="63261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pt-BR" sz="3200" dirty="0"/>
          </a:p>
          <a:p>
            <a:pPr marL="0" indent="0">
              <a:buNone/>
            </a:pPr>
            <a:r>
              <a:rPr lang="pt-BR" sz="3200" dirty="0"/>
              <a:t>4. Chamada Manual: </a:t>
            </a:r>
            <a:r>
              <a:rPr lang="pt-BR" sz="3200" dirty="0" err="1"/>
              <a:t>Fallback</a:t>
            </a:r>
            <a:r>
              <a:rPr lang="pt-BR" sz="3200" dirty="0"/>
              <a:t> de Segurança [RF-003]</a:t>
            </a:r>
          </a:p>
          <a:p>
            <a:endParaRPr lang="pt-BR" sz="3200" dirty="0"/>
          </a:p>
          <a:p>
            <a:r>
              <a:rPr lang="pt-BR" sz="3200" dirty="0"/>
              <a:t>Uma lista de contingência para casos onde a biometria não seja possível (</a:t>
            </a:r>
            <a:r>
              <a:rPr lang="pt-BR" sz="3200" dirty="0" err="1"/>
              <a:t>ex</a:t>
            </a:r>
            <a:r>
              <a:rPr lang="pt-BR" sz="3200" dirty="0"/>
              <a:t>: câmera obstruída ou aluno ferido).</a:t>
            </a:r>
          </a:p>
          <a:p>
            <a:endParaRPr lang="pt-BR" sz="3200" dirty="0"/>
          </a:p>
          <a:p>
            <a:r>
              <a:rPr lang="pt-BR" sz="3200" dirty="0"/>
              <a:t>* **O que demonstra:** Resiliência do sistema. O monitor nunca fica "travado" se a tecnologia falhar.</a:t>
            </a:r>
          </a:p>
          <a:p>
            <a:endParaRPr lang="pt-BR" sz="3200" dirty="0"/>
          </a:p>
          <a:p>
            <a:r>
              <a:rPr lang="pt-BR" sz="3200" dirty="0"/>
              <a:t>* **Destaque:** Permite marcar o embarque com um clique, mantendo a integridade da lista de passageiros.</a:t>
            </a:r>
          </a:p>
          <a:p>
            <a:endParaRPr lang="pt-BR" sz="320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001700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C025F5-7EAF-472F-B93A-DE203485F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559837"/>
            <a:ext cx="10131425" cy="566368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sz="3200" dirty="0"/>
              <a:t>5. Resumo e Chegada: </a:t>
            </a:r>
            <a:r>
              <a:rPr lang="pt-BR" sz="3200" dirty="0" err="1"/>
              <a:t>Geofencing</a:t>
            </a:r>
            <a:r>
              <a:rPr lang="pt-BR" sz="3200" dirty="0"/>
              <a:t> e Auditoria [RF-005]</a:t>
            </a:r>
          </a:p>
          <a:p>
            <a:endParaRPr lang="pt-BR" sz="3200" dirty="0"/>
          </a:p>
          <a:p>
            <a:r>
              <a:rPr lang="pt-BR" sz="3200" dirty="0"/>
              <a:t>Exibe o total de alunos transportados e detecta a proximidade com a escola.</a:t>
            </a:r>
          </a:p>
          <a:p>
            <a:endParaRPr lang="pt-BR" sz="3200" dirty="0"/>
          </a:p>
          <a:p>
            <a:r>
              <a:rPr lang="pt-BR" sz="3200" dirty="0"/>
              <a:t>* **O que demonstra:** Automação de processos. O **</a:t>
            </a:r>
            <a:r>
              <a:rPr lang="pt-BR" sz="3200" dirty="0" err="1"/>
              <a:t>Geofencing</a:t>
            </a:r>
            <a:r>
              <a:rPr lang="pt-BR" sz="3200" dirty="0"/>
              <a:t>** avisa quando o ônibus entra no perímetro escolar.</a:t>
            </a:r>
          </a:p>
          <a:p>
            <a:endParaRPr lang="pt-BR" sz="3200" dirty="0"/>
          </a:p>
          <a:p>
            <a:r>
              <a:rPr lang="pt-BR" sz="3200" dirty="0"/>
              <a:t>* **Destaque:** O botão "Finalizar e Enviar" encerra a viagem e prepara o pacote de dados criptografados para ser enviado via Wi-Fi ou 4G assim que disponível, completando o ciclo de monitoramento.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49840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{A6319B11-DD90-4795-A5B8-80791621F6D1}TFb5ae2469-0bae-4978-b0e0-39dd046150ffa67c63fe-cf3bc9cf8c20</Template>
  <TotalTime>14</TotalTime>
  <Words>424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Celestial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Home</dc:creator>
  <cp:lastModifiedBy>Home</cp:lastModifiedBy>
  <cp:revision>2</cp:revision>
  <dcterms:created xsi:type="dcterms:W3CDTF">2026-03-06T12:41:01Z</dcterms:created>
  <dcterms:modified xsi:type="dcterms:W3CDTF">2026-03-06T12:55:14Z</dcterms:modified>
</cp:coreProperties>
</file>